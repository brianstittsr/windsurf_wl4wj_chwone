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96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Transform Your Community Health Operations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</a:rPr>
              <a:t>Empowering Nonprofits to Maximize Impact Through AI-Powered Intelligence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E5B330-A20F-A58D-F718-B7FEE85B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596" y="609601"/>
            <a:ext cx="2989468" cy="2989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The Cost of Manual Processes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⏱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7160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Time Drain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</a:rPr>
              <a:t>40%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of staff time on admin tasks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371600"/>
            <a:ext cx="73152" cy="1371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74920" y="150876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749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✎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76072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Manual Data Entry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607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</a:rPr>
              <a:t>60%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7607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increased error rates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▣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37160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Limited Visibility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</a:rPr>
              <a:t>75%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3716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can't track outcomes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30175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46320" y="3017520"/>
            <a:ext cx="73152" cy="1371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74920" y="315468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749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576072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Wasted Resources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6072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</a:rPr>
              <a:t>$50K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76072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annual efficiency loss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The CHWOne Solution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AI-Powered Platform Built for Community Health Organizations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114800" cy="1005840"/>
          </a:xfrm>
          <a:prstGeom prst="rect">
            <a:avLst/>
          </a:prstGeom>
          <a:solidFill>
            <a:srgbClr val="1F5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Unified Operations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One platform for all your needs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1828800"/>
            <a:ext cx="4114800" cy="100584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AI-Enhanced Intelligence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035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Smart automation &amp; insights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4114800" cy="1005840"/>
          </a:xfrm>
          <a:prstGeom prst="rect">
            <a:avLst/>
          </a:prstGeom>
          <a:solidFill>
            <a:srgbClr val="3F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Real-Time Dashboards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Instant visibility into impact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3108960"/>
            <a:ext cx="4114800" cy="100584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035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Compliance Ready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035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Automated reporting &amp; tracking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AI-Powered Data Collection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Smart forms that understand context and validate in real-time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75+ intelligent field types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Real-time validation &amp; error prevention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Mobile-optimized for field 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Multi-source data integration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Automated quality checks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0" y="1645920"/>
            <a:ext cx="3657600" cy="256032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50%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5029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Reduction in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Collection Time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Real-Time Access to Critical Information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AI organizes and surfaces the right information at the right time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201168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🔍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Smart Search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AI-powered resource finder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46704" y="201168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46704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529584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Live Dashboards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529584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Real-time KPI tracking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36208" y="201168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36208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🤝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6419088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Partner Portal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19088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Secure collaboration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7A4F"/>
                </a:solidFill>
              </a:rPr>
              <a:t>70% improvement in information accessibility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Intelligent Project Tracking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AI monitors progress and alerts you to risks before they become problems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97280" y="1828800"/>
            <a:ext cx="548640" cy="548640"/>
          </a:xfrm>
          <a:prstGeom prst="ellipse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2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Plan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AI-assisted resource allocation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2103120"/>
            <a:ext cx="365760" cy="0"/>
          </a:xfrm>
          <a:prstGeom prst="line">
            <a:avLst/>
          </a:prstGeom>
          <a:noFill/>
          <a:ln w="381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828800"/>
            <a:ext cx="548640" cy="548640"/>
          </a:xfrm>
          <a:prstGeom prst="ellipse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18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74320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Execute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432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Automated task management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103120"/>
            <a:ext cx="365760" cy="0"/>
          </a:xfrm>
          <a:prstGeom prst="line">
            <a:avLst/>
          </a:prstGeom>
          <a:noFill/>
          <a:ln w="381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0" y="1828800"/>
            <a:ext cx="548640" cy="548640"/>
          </a:xfrm>
          <a:prstGeom prst="ellipse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93776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Monitor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377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Real-time progress tracking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2103120"/>
            <a:ext cx="365760" cy="0"/>
          </a:xfrm>
          <a:prstGeom prst="line">
            <a:avLst/>
          </a:prstGeom>
          <a:noFill/>
          <a:ln w="381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680960" y="1828800"/>
            <a:ext cx="548640" cy="548640"/>
          </a:xfrm>
          <a:prstGeom prst="ellipse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6809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1323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Report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3232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Instant compliance reports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286000" y="3657600"/>
            <a:ext cx="4572000" cy="640080"/>
          </a:xfrm>
          <a:prstGeom prst="rect">
            <a:avLst/>
          </a:prstGeom>
          <a:solidFill>
            <a:srgbClr val="3F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60% increase in project completion efficiency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Automated Compliance Reporting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AI generates funder-ready reports in minutes, not days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02336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❌ Manual Process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Gather data from multiple sources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Manual calculations &amp; validation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Format reports for each funder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Review and approval cycles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</a:rPr>
              <a:t>2-3 days per report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828800"/>
            <a:ext cx="4023360" cy="210312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With CHWOne AI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AI aggregates all data automatically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Real-time calculations &amp; validation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Auto-format for each funder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One-click approval workflow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Minutes per report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D7A4F"/>
                </a:solidFill>
              </a:rPr>
              <a:t>80% reduction in reporting preparation time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AI-Powered Grant Management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Let AI find opportunities, write proposals, and track compliance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Smart Matching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AI identifies relevant grants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Eligibility scoring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Deadline tracking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46704" y="173736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29584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Writing Assistant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21024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AI drafts proposals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21024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Compliance checking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21024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Impact optimization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6208" y="173736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7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19088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A4F"/>
                </a:solidFill>
              </a:rPr>
              <a:t>Outcome Tracking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10528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Automated milestone reports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10528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Performance analytics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10528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✓ Funder communication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860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75% increase in grant application success rates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Measurable Results That Matter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Real organizations achieving transformational outcomes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114800" cy="1097280"/>
          </a:xfrm>
          <a:prstGeom prst="rect">
            <a:avLst/>
          </a:prstGeom>
          <a:solidFill>
            <a:srgbClr val="1F5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40%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Less admin overhead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828800"/>
            <a:ext cx="4114800" cy="109728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60%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02920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Higher grant success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200400"/>
            <a:ext cx="4114800" cy="1097280"/>
          </a:xfrm>
          <a:prstGeom prst="rect">
            <a:avLst/>
          </a:prstGeom>
          <a:solidFill>
            <a:srgbClr val="3F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50%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45720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Faster project delivery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0" y="3200400"/>
            <a:ext cx="4114800" cy="109728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$75K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02920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Average annual savings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Preventing CHW Burnout Through AI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Less time on paperwork means more time making an impact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41148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🔥 Burnout Factors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❌ Repetitive data entry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❌ Manual report generation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❌ Tracking down information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❌ Duplicate documentation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❌ Administrative overwhelm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645920"/>
            <a:ext cx="4023360" cy="246888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AI Solutions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Automated data collection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One-click reporting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Instant information access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Smart form pre-filling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✓ Focus on client care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D7A4F"/>
                </a:solidFill>
              </a:rPr>
              <a:t>Give your team back 40% of their time for mission-critical work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Seamless Implementation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Get up and running in 4 weeks with dedicated support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C4"/>
                </a:solidFill>
              </a:rPr>
              <a:t>Week 1-2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673"/>
                </a:solidFill>
              </a:rPr>
              <a:t>Setup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Platform configuration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Data migration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Custom workflows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46704" y="182880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9584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C4"/>
                </a:solidFill>
              </a:rPr>
              <a:t>Week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29584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673"/>
                </a:solidFill>
              </a:rPr>
              <a:t>Training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21024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Staff onboarding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21024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Role-based training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21024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Best practices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36208" y="1828800"/>
            <a:ext cx="27432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F5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19088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C4"/>
                </a:solidFill>
              </a:rPr>
              <a:t>Week 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19088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673"/>
                </a:solidFill>
              </a:rPr>
              <a:t>Go-Live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10528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Full deployment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10528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24/7 support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10528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Optimization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28600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24/7 Technical Support • Dedicated Success Manager • Ongoing Training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673"/>
                </a:solidFill>
              </a:rPr>
              <a:t>Smart Investment, Proven ROI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See returns in the first quarter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Manual Processes: $150K/year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CHWOne Platform: $45K/year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2D7A4F"/>
                </a:solidFill>
              </a:rPr>
              <a:t>→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1828800" cy="1097280"/>
          </a:xfrm>
          <a:prstGeom prst="rect">
            <a:avLst/>
          </a:prstGeom>
          <a:solidFill>
            <a:srgbClr val="1F56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Year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300%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75488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ROI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1828800"/>
            <a:ext cx="1828800" cy="1097280"/>
          </a:xfrm>
          <a:prstGeom prst="rect">
            <a:avLst/>
          </a:prstGeom>
          <a:solidFill>
            <a:srgbClr val="2D7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Savings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$105K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85800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annually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3F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🎁 30-Day Free Trial • No Credit Card Required • Full Feature Access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</a:rPr>
              <a:t>CHWOne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5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Transform Your Operations?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</a:rPr>
              <a:t>Schedule your personalized demo today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88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📧  anab@womenleading.org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🌐  www.chwone.org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📞  (919) 444-2864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F15BA7-F3F0-F8E2-A385-80575EF4B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659" y="393812"/>
            <a:ext cx="2989468" cy="2989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617</Words>
  <Application>Microsoft Office PowerPoint</Application>
  <PresentationFormat>On-screen Show (16:9)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CHWOne Platform</dc:title>
  <dc:subject>PptxGenJS Presentation</dc:subject>
  <dc:creator>Women Leading 4 Wellness and Justice</dc:creator>
  <cp:lastModifiedBy>Brian Emory Stitt</cp:lastModifiedBy>
  <cp:revision>2</cp:revision>
  <dcterms:created xsi:type="dcterms:W3CDTF">2026-02-06T22:11:48Z</dcterms:created>
  <dcterms:modified xsi:type="dcterms:W3CDTF">2026-02-06T22:46:29Z</dcterms:modified>
</cp:coreProperties>
</file>